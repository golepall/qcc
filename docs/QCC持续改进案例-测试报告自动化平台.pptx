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微软雅黑"/>
              </a:defRPr>
            </a:pPr>
            <a:r>
              <a:t>持续改进案例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微软雅黑"/>
              </a:defRPr>
            </a:pPr>
            <a:r>
              <a:t>基于 FastAPI + HTMX 的测试报告自动化平台</a:t>
            </a:r>
            <a:br/>
            <a:r>
              <a:t>——从手工报表到全流程自动化的改进实践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65760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分享嘉宾：张伟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分享时间：2026年7月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参评类型：工具/平台改进类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所属部门：质量保障部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200400" cy="41148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09EFF"/>
                </a:solidFill>
                <a:latin typeface="微软雅黑"/>
              </a:defRPr>
            </a:pPr>
            <a:r>
              <a:t>QCC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Quality</a:t>
            </a:r>
            <a:br/>
            <a:r>
              <a:t>Control</a:t>
            </a:r>
            <a:br/>
            <a:r>
              <a:t>Circle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保密声明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本文件是内部保密信息，仅限知悉范围内的个人或组织使用。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非此知悉范围的任何个人或组织，请勿进行查阅、复制、扩散等任何操作。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保密级别：内部资料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信息所有者：质量保障部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知悉范围：仅限项目相关人员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保密期限：到 2027/07/14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微软雅黑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QCC 测试报告自动化平台 · 持续改进案例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优秀实践简介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83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平台概述与核心亮点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150876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当前问题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783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手工测试报告的痛点分析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根因分析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971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问题根源的系统性诊断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69748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拟定对策和制定方案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971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技术选型与架构设计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对策实施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60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分阶段落地实施过程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88620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效果确认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160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可量化的改进成效数据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0749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实践取得的成果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349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可复制DNA与成果固化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50749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优秀实践应用情况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5349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推广策略与应用收益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优秀实践简介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微软雅黑"/>
              </a:defRPr>
            </a:pPr>
            <a:r>
              <a:t>PRACTICE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QCC 测试报告自动化平台 · 持续改进案例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36576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当前问题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手工编写测试报告耗时4-6小时/份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Excel模板版本混乱，格式不统一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测试数据散落多处，无法追溯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28016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365760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463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828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构建 FastAPI + HTMX 全栈自动化平台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设计令牌系统统一UI规范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实现测试记录/报告/配置一体化管理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80160"/>
            <a:ext cx="3749039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280160"/>
            <a:ext cx="3749039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463040"/>
            <a:ext cx="3017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实践效果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383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报告生成效率提升 85%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格式统一率 100%，零版本冲突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数据可追溯，支持全生命周期管理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017520"/>
            <a:ext cx="5669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017520"/>
            <a:ext cx="566928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200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建议应用场景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5661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硬件产品测试报告自动化（笔记本/台式机/服务器）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软件系统测试报告自动化（功能/性能/兼容性）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跨团队测试数据协同与报告归档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适用于所有需要标准化测试报告的产品线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017520"/>
            <a:ext cx="5577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017520"/>
            <a:ext cx="557784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200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环境依赖信息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5661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FastAPI (开源) - Web框架，自研业务层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HTMX + Alpine.js (开源) - 前端交互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SQLAlchemy + SQLite (开源) - 数据持久化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Jinja2 (开源) - 服务端模板渲染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全部为开源技术栈，无厂商锁定风险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937760"/>
            <a:ext cx="11430000" cy="640080"/>
          </a:xfrm>
          <a:prstGeom prst="roundRect">
            <a:avLst/>
          </a:prstGeom>
          <a:solidFill>
            <a:srgbClr val="409EFF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💡 亮点：从4小时手工报表到10分钟自动生成，全栈Python方案实现测试报告零人工编写的自动化闭环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当前问题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微软雅黑"/>
              </a:defRPr>
            </a:pPr>
            <a:r>
              <a:t>CURRENT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QCC 测试报告自动化平台 · 持续改进案例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本实践发起的背景和问题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73152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⏱️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效率低下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每份测试报告需手工编写4-6小时，涉及16个页面、81个数据点的整理和排版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格式混乱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747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不同测试员使用不同Excel模板版本，报告格式不统一，审核返工率高达30%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73152" cy="9144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数据孤岛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72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测试记录、Bug数据、设备配置散落在Excel/邮件/IM中，无法追溯和统计分析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12080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212080"/>
            <a:ext cx="73152" cy="914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重复劳动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669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相似产品的测试报告需从零编写，历史数据无法复用，团队协作效率低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根因分析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微软雅黑"/>
              </a:defRPr>
            </a:pPr>
            <a:r>
              <a:t>ROOT CAUSE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QCC 测试报告自动化平台 · 持续改进案例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通过鱼骨图分析法，从人、机、法、料四个维度定位根因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74320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👤 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测试员技能参差不齐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缺乏标准化培训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手工操作易出错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82880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2743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💻 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774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无统一测试管理平台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工具分散(Excel/邮件/IM)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缺乏自动化采集手段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📐 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无标准报告模板规范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缺少流程SOP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审核机制不完善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82880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82880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📦 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3774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测试数据格式不统一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历史数据无法复用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配置信息手动抄录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846320"/>
            <a:ext cx="114300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09EFF"/>
                </a:solidFill>
                <a:latin typeface="微软雅黑"/>
              </a:defRPr>
            </a:pPr>
            <a:r>
              <a:t>根因结论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核心根因：缺乏统一的测试报告自动化管理平台，导致全流程依赖手工操作，效率低、质量差、数据孤岛。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拟定对策和制定方案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微软雅黑"/>
              </a:defRPr>
            </a:pPr>
            <a:r>
              <a:t>COUNTERMEASURES &amp;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QCC 测试报告自动化平台 · 持续改进案例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技术选型：FastAPI + Jinja2 + HTMX + Alpine.js 全栈Python方案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2024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651760" cy="4572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阶段1：基础架构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搭建FastAPI后端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设计数据库模型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实现用户认证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92024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920240"/>
            <a:ext cx="26517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阶段2：核心功能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项目/模板/记录管理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测试报告自动生成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设备配置采集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92024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920240"/>
            <a:ext cx="26517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阶段3：流程闭环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需求/任务管理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Bug追踪系统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报告中心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92024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920240"/>
            <a:ext cx="265176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阶段4：体验优化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设计令牌系统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响应式UI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Toast通知/排序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754880"/>
            <a:ext cx="114300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9EFF"/>
                </a:solidFill>
                <a:latin typeface="微软雅黑"/>
              </a:defRPr>
            </a:pPr>
            <a:r>
              <a:t>依赖关系说明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• 人员要求：Python开发工程师1名，具备FastAPI/SQLAlchemy经验</a:t>
            </a:r>
            <a:br/>
            <a:r>
              <a:t>• 环境要求：Python 3.11+，SQLite数据库，无需额外服务器硬件</a:t>
            </a:r>
            <a:br/>
            <a:r>
              <a:t>• 外部依赖：全部为开源组件，无厂商锁定，可独立部署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对策实施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微软雅黑"/>
              </a:defRPr>
            </a:pPr>
            <a: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QCC 测试报告自动化平台 · 持续改进案例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137160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需求分析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梳理16个页面、81个API、19张数据表的完整需求</a:t>
            </a:r>
          </a:p>
        </p:txBody>
      </p:sp>
      <p:sp>
        <p:nvSpPr>
          <p:cNvPr id="11" name="Oval 10"/>
          <p:cNvSpPr/>
          <p:nvPr/>
        </p:nvSpPr>
        <p:spPr>
          <a:xfrm>
            <a:off x="4206240" y="137160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架构设计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737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设计前后端分离架构，定义设计令牌系统(8大体系)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137160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核心开发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737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实现项目管理、模板管理、测试记录、Bug追踪等核心模块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" y="365760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数据迁移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从Vue3+Node.js迁移到Python全栈，81/81个API完整迁移</a:t>
            </a:r>
          </a:p>
        </p:txBody>
      </p:sp>
      <p:sp>
        <p:nvSpPr>
          <p:cNvPr id="20" name="Oval 19"/>
          <p:cNvSpPr/>
          <p:nvPr/>
        </p:nvSpPr>
        <p:spPr>
          <a:xfrm>
            <a:off x="4206240" y="365760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703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UI重构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023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基于设计令牌系统重构全部页面，实现响应式布局</a:t>
            </a:r>
          </a:p>
        </p:txBody>
      </p:sp>
      <p:sp>
        <p:nvSpPr>
          <p:cNvPr id="23" name="Oval 22"/>
          <p:cNvSpPr/>
          <p:nvPr/>
        </p:nvSpPr>
        <p:spPr>
          <a:xfrm>
            <a:off x="8046720" y="365760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703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测试验收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023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全量功能测试，修复ORM兼容性、HTMX交互等问题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效果确认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微软雅黑"/>
              </a:defRPr>
            </a:pPr>
            <a:r>
              <a:t>EFFECT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QCC 测试报告自动化平台 · 持续改进案例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65176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09EFF"/>
                </a:solidFill>
                <a:latin typeface="微软雅黑"/>
              </a:defRPr>
            </a:pPr>
            <a:r>
              <a:t>↑ 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报告生成效率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603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从4-6小时缩短至10-15分钟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37160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651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508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格式统一率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603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零版本冲突，零格式返工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651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08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数据可追溯率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603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全生命周期数据关联查询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37160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371600"/>
            <a:ext cx="265176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508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/>
              </a:defRPr>
            </a:pPr>
            <a:r>
              <a:t>↑ 70%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团队协作效率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5603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多人协同编辑，实时同步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改进前后对比分析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2743200" cy="36576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6758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指标项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657600"/>
            <a:ext cx="2743200" cy="36576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6758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改进前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657600"/>
            <a:ext cx="2743200" cy="36576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6758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改进后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3657600"/>
            <a:ext cx="2743200" cy="36576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36758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提升幅度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2336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报告编写时间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02336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4-6小时/份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02336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10-15分钟/份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402336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↓ 85%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480560"/>
            <a:ext cx="2743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格式审核返工率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4480560"/>
            <a:ext cx="2743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30%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480560"/>
            <a:ext cx="2743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4480560"/>
            <a:ext cx="2743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↓ 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93776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983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数据查询时间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83280" y="493776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0" y="4983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30分钟+（翻找Excel）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493776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4983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5秒（系统检索）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52560" y="493776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0" y="4983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↓ 99%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394960"/>
            <a:ext cx="2743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新项目创建时间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83280" y="5394960"/>
            <a:ext cx="2743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472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2小时（配置模板）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17920" y="5394960"/>
            <a:ext cx="2743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3分钟（选择模板）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2560" y="5394960"/>
            <a:ext cx="2743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↓ 97%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85216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报告导出格式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83280" y="585216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手动排版Word/PDF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585216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一键自动生成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52560" y="585216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自动化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实践取得的成果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微软雅黑"/>
              </a:defRPr>
            </a:pPr>
            <a:r>
              <a:t>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QCC 测试报告自动化平台 · 持续改进案例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可复制的 DNA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微软雅黑"/>
              </a:defRPr>
            </a:pPr>
            <a:r>
              <a:t>• 设计令牌系统（8大体系：颜色/间距/圆角/阴影/排版/断点/过渡/层级）可直接复用于其他Web项目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微软雅黑"/>
              </a:defRPr>
            </a:pPr>
            <a:r>
              <a:t>• FastAPI + Jinja2 + HTMX 全栈架构模式，适合中小团队快速构建内部管理系统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微软雅黑"/>
              </a:defRPr>
            </a:pPr>
            <a:r>
              <a:t>• Cookie认证 + Bearer Token 双模式认证方案，兼容页面路由和API调用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微软雅黑"/>
              </a:defRPr>
            </a:pPr>
            <a:r>
              <a:t>• Jinja2 宏组件库（状态标签/统计卡片/分页/弹窗等）可跨项目复用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成果固化和附件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0972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77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77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微软雅黑"/>
              </a:defRPr>
            </a:pPr>
            <a:r>
              <a:t>自动化平台系统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977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完整的测试报告管理平台，含11个功能模块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4005072"/>
            <a:ext cx="109728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40050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全公司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34840"/>
            <a:ext cx="10972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微软雅黑"/>
              </a:defRPr>
            </a:pPr>
            <a:r>
              <a:t>设计系统文档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设计令牌规范 + 组件库文档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4507992"/>
            <a:ext cx="1097280" cy="274320"/>
          </a:xfrm>
          <a:prstGeom prst="round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45079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BG内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37760"/>
            <a:ext cx="10972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微软雅黑"/>
              </a:defRPr>
            </a:pPr>
            <a:r>
              <a:t>技术路线文档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983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全栈Python迁移路线图（6个阶段）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5010912"/>
            <a:ext cx="1097280" cy="274320"/>
          </a:xfrm>
          <a:prstGeom prst="round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5010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BD内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40680"/>
            <a:ext cx="10972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486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微软雅黑"/>
              </a:defRPr>
            </a:pPr>
            <a:r>
              <a:t>系统采集脚本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486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Windows设备信息自动采集PowerShell脚本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5513832"/>
            <a:ext cx="109728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5513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全公司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943600"/>
            <a:ext cx="10972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89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989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微软雅黑"/>
              </a:defRPr>
            </a:pPr>
            <a:r>
              <a:t>持续改进案例PPT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989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本案例的完整汇报材料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75520" y="6016752"/>
            <a:ext cx="109728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0" y="6016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全公司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优秀实践应用情况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微软雅黑"/>
              </a:defRPr>
            </a:pPr>
            <a:r>
              <a:t>PRACTICE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QCC 测试报告自动化平台 · 持续改进案例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66928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实践应用场景和建议推广范围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适用场景：所有需要标准化测试报告的硬件/软件测试团队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推广策略：先在本产品线试点，验证后横向推广至其他产线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限制条件：需具备Python基础环境，建议团队规模5人以上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预期收益：每个测试团队可节省报告编写时间约80%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577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5778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本产品线的推广和应用情况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已在质量保障部内部完成试点部署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3个测试项目完成全流程验证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累计自动生成测试报告15+份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测试员反馈：操作简便，效率显著提升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推广至其他产线的收益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297680"/>
            <a:ext cx="5577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297680"/>
            <a:ext cx="55778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已产生收益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单项目报告编写时间：从4-6小时 → 10-15分钟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格式审核返工率：从30% → 0%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数据查询效率：从30分钟+ → 5秒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97680"/>
            <a:ext cx="5577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297680"/>
            <a:ext cx="557784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/>
              </a:defRPr>
            </a:pPr>
            <a:r>
              <a:t>推广后预期收益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463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按10个测试团队计算，年节省工时约2000+小时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报告质量一致性提升至100%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微软雅黑"/>
              </a:defRPr>
            </a:pPr>
            <a:r>
              <a:t>测试数据资产化，支持历史趋势分析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优秀实践应用情况（续）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微软雅黑"/>
              </a:defRPr>
            </a:pPr>
            <a:r>
              <a:t>PRACTICE APPLICATION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QCC 测试报告自动化平台 · 持续改进案例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应用他人的优秀实践记录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200400" cy="41148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优秀实践编号和名称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1828800"/>
            <a:ext cx="1828800" cy="41148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8745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分类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828800"/>
            <a:ext cx="1828800" cy="41148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8745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实践申报人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828800"/>
            <a:ext cx="4114800" cy="41148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87451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借鉴的经验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40280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1343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ISW-QA-2025-003</a:t>
            </a:r>
            <a:br/>
            <a:r>
              <a:t>自动化测试框架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24028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31343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工具/平台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24028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231343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李明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24028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2313432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借鉴了pytest框架的测试用例管理方式，应用于测试记录模块的设计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54680"/>
            <a:ext cx="32004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2783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ISW-QA-2024-012</a:t>
            </a:r>
            <a:br/>
            <a:r>
              <a:t>设计系统标准化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3154680"/>
            <a:ext cx="18288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322783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流程/方法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3154680"/>
            <a:ext cx="18288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322783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王芳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3154680"/>
            <a:ext cx="41148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3227832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参考了Element Plus的设计令牌体系，构建了QCC专属设计系统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BG/BD/BU 内的推广计划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微软雅黑"/>
              </a:defRPr>
            </a:pPr>
            <a:r>
              <a:t>• 2026 Q3：完成本产品线全面推广，覆盖所有测试项目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微软雅黑"/>
              </a:defRPr>
            </a:pPr>
            <a:r>
              <a:t>• 2026 Q4：横向推广至其他2个产品线，培训种子用户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微软雅黑"/>
              </a:defRPr>
            </a:pPr>
            <a:r>
              <a:t>• 2027 Q1：建立跨产线技术支持体系，形成组织资产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微软雅黑"/>
              </a:defRPr>
            </a:pPr>
            <a:r>
              <a:t>• 2027 Q2：评估全BG推广可行性，制定规模化部署方案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微软雅黑"/>
              </a:defRPr>
            </a:pPr>
            <a:r>
              <a:t>QCC 测试报告自动化平台 · 持续改进案例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品质源于细节，安全成就信任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分享嘉宾：张伟  |  质量保障部  |  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